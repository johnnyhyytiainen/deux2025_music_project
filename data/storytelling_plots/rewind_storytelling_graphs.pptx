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B3FC7-9952-9972-E9EA-63463EAB7D54}" v="90" dt="2026-04-27T11:25:06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2026-04-27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text, diagram, Teckensnitt, Graf&#10;&#10;AI-genererat innehåll kan vara felaktigt.">
            <a:extLst>
              <a:ext uri="{FF2B5EF4-FFF2-40B4-BE49-F238E27FC236}">
                <a16:creationId xmlns:a16="http://schemas.microsoft.com/office/drawing/2014/main" id="{1FFFB189-3D67-79B1-2597-A2947D9B3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31" y="-4446"/>
            <a:ext cx="12290317" cy="686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tshållare för innehåll 8" descr="En bild som visar text, diagram, Graf, linje">
            <a:extLst>
              <a:ext uri="{FF2B5EF4-FFF2-40B4-BE49-F238E27FC236}">
                <a16:creationId xmlns:a16="http://schemas.microsoft.com/office/drawing/2014/main" id="{56F294EA-6261-F47A-5A78-A7BF5798E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09"/>
            <a:ext cx="12192000" cy="686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9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2</vt:i4>
      </vt:variant>
    </vt:vector>
  </HeadingPairs>
  <TitlesOfParts>
    <vt:vector size="3" baseType="lpstr">
      <vt:lpstr>Office-tema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2026-04-27T11:04:49Z</dcterms:created>
  <dcterms:modified xsi:type="dcterms:W3CDTF">2026-04-27T11:27:10Z</dcterms:modified>
</cp:coreProperties>
</file>